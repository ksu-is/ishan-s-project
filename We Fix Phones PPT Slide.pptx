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EA0C0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5A7B-4A60-37BF-A197-6413C4333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4B59B-8D99-0DB2-F679-5742F7C48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05392-74D0-0FEF-AF43-EF82554B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B927-66BB-4D9A-874C-ABFBC170FE8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0C02C-FB30-B892-BD8C-F5C56ED71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0CD68-B4DA-E835-B2DD-A4BEEBDA9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47ED6-D4AC-4597-A48A-0630BE51B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51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A0FB-0BE0-1FFA-5EDA-06BBD9CC6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7576F-ADF8-B106-7882-8F2CD65E8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7E282-6A5F-C857-3007-479DFAD9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B927-66BB-4D9A-874C-ABFBC170FE8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72A5B-DD13-7388-AB08-D98EC3F10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336F9-16FE-6679-436C-718BACA79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47ED6-D4AC-4597-A48A-0630BE51B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D203B-7B8D-606F-6486-14FE46DB1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EFF7D-A44C-3ABC-6A24-45AE7585E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250B-8F41-67DD-4C61-1E7B4250B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B927-66BB-4D9A-874C-ABFBC170FE8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46B5D-9EEB-A395-38CD-A1870AEB1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6141D-D8A5-1376-0EDC-5A73DA912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47ED6-D4AC-4597-A48A-0630BE51B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9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5618B-1D56-24FD-5200-ADCC1F05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1D500-3A97-8E0E-7759-777546A47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80D2C-28DB-6729-721B-FBA0054B9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B2B29-2EE4-AB78-C629-FD200890D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B927-66BB-4D9A-874C-ABFBC170FE8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113F0-8358-6AE6-4B64-E7BB6F02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31DFA-5800-89A4-C448-DAE68DF0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47ED6-D4AC-4597-A48A-0630BE51B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41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1C9-7B16-2BBC-C866-68AE8F0F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1F4C1-D04E-EEFA-226A-5C96883E1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C2FFC-7652-C5B4-4A0A-50FC57EEC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DC220C-BE50-23A5-98E8-C224AEE5F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83ABF7-AA2C-83C8-29DA-539557B430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845AB3-2F97-DE89-5C1D-ABFD51ECA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B927-66BB-4D9A-874C-ABFBC170FE8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0066CA-6F89-CE61-91C1-C00835CF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2F66FE-84A5-D7D5-825E-F8FD9D849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47ED6-D4AC-4597-A48A-0630BE51B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44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7CD22-EA29-62B2-50D6-6EF8F6F72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47F0C-2E44-A39A-6A93-E1CC4347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B927-66BB-4D9A-874C-ABFBC170FE8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FEF76-1CB7-8C48-2277-958D8D051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B4212-74EF-0B30-2E9F-3FF6E3824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47ED6-D4AC-4597-A48A-0630BE51B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0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E8698-B0D1-7473-EADB-A647D0CDF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B927-66BB-4D9A-874C-ABFBC170FE8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6CE3C-F5BE-E9C5-B03A-84AE204C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B6C6D-D23D-353B-BBDC-95BAF7A5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47ED6-D4AC-4597-A48A-0630BE51B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9F27D-4C61-C4EC-CCD6-6B08D1419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BD046-A99E-5999-DDC2-E49030283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653EA-6E5F-E0EB-611B-63C4966F6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7E57B-F353-DF1C-E021-5F83612D8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B927-66BB-4D9A-874C-ABFBC170FE8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6878F-2A34-468A-4732-8036D8EF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630C2-E135-351F-A3F2-E5B68A601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47ED6-D4AC-4597-A48A-0630BE51B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9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9618-3E7F-8B45-86B3-20E67D53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A626E-6D4F-F6CE-7452-873223489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E23C1-E4C1-4330-0B1C-8C65A9C59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6525C-97F3-3CBF-0F16-D1B44311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B927-66BB-4D9A-874C-ABFBC170FE8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D23EC-7C6C-8892-CA4C-FE66D461A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26C0C-0D74-E877-57E7-7BEE225CF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47ED6-D4AC-4597-A48A-0630BE51B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8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D15A-C654-5414-4CF0-E6A908CE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6A224-A679-7215-9CBD-84223A744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4368D-AC8B-5BFB-A623-8531C714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B927-66BB-4D9A-874C-ABFBC170FE8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809E6-C0C7-FD20-DC63-C2327190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13AFC-5FF4-9745-1B3F-61DDBB40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47ED6-D4AC-4597-A48A-0630BE51B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00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DFA48-5334-EC39-7B76-98534D8ED7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A1996-B8CA-D982-1C6F-2509DD84D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33906-C7F5-CB1D-E23B-AA05102B8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CB927-66BB-4D9A-874C-ABFBC170FE8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7F9FA-D57E-29B8-05A8-FEFB5B58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3DC8D-064A-658E-B7E1-4EC368E0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47ED6-D4AC-4597-A48A-0630BE51B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11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EEC13B-575E-3752-9E9F-62B12EEF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BCF0F-CE2B-C3D4-C24E-9D42C0777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426D9-B792-351F-CD26-85340FC47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CB927-66BB-4D9A-874C-ABFBC170FE8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5AAFD-060E-AA23-0821-EE26E0031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B387E-F820-AC53-952E-B1284D609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647ED6-D4AC-4597-A48A-0630BE51B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90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E33621-1744-6272-F65E-E240C1094A40}"/>
              </a:ext>
            </a:extLst>
          </p:cNvPr>
          <p:cNvSpPr/>
          <p:nvPr/>
        </p:nvSpPr>
        <p:spPr>
          <a:xfrm>
            <a:off x="0" y="-1"/>
            <a:ext cx="12192000" cy="20746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DEAC0-A08E-ED3F-E475-0611B230B6C9}"/>
              </a:ext>
            </a:extLst>
          </p:cNvPr>
          <p:cNvSpPr/>
          <p:nvPr/>
        </p:nvSpPr>
        <p:spPr>
          <a:xfrm>
            <a:off x="2998836" y="149004"/>
            <a:ext cx="5978013" cy="100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spc="300" dirty="0">
                <a:solidFill>
                  <a:srgbClr val="EA0C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FIX PHONES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D48A68-5A80-D7E0-CABC-239F01DB4596}"/>
              </a:ext>
            </a:extLst>
          </p:cNvPr>
          <p:cNvSpPr/>
          <p:nvPr/>
        </p:nvSpPr>
        <p:spPr>
          <a:xfrm>
            <a:off x="2861183" y="1023263"/>
            <a:ext cx="6253317" cy="793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Repair Quotes for Smarter Decisions.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Ishan Keshwani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2B04AD-1C63-2E7E-22BC-B1C576A2F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64" y="2504911"/>
            <a:ext cx="5424899" cy="41065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C4D008-BDB6-3A4C-CE29-140F17C79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764" y="2504911"/>
            <a:ext cx="5327472" cy="408329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0C1F912-605D-5038-C3A8-D82D04E6DD65}"/>
              </a:ext>
            </a:extLst>
          </p:cNvPr>
          <p:cNvSpPr/>
          <p:nvPr/>
        </p:nvSpPr>
        <p:spPr>
          <a:xfrm>
            <a:off x="2084434" y="2180023"/>
            <a:ext cx="1553497" cy="2631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D38476-6019-1D72-76DE-C9DFDBD530B7}"/>
              </a:ext>
            </a:extLst>
          </p:cNvPr>
          <p:cNvSpPr/>
          <p:nvPr/>
        </p:nvSpPr>
        <p:spPr>
          <a:xfrm>
            <a:off x="8337751" y="2180023"/>
            <a:ext cx="1553497" cy="2631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2358910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37</TotalTime>
  <Words>17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Keshwani</dc:creator>
  <cp:lastModifiedBy>Ishan Keshwani</cp:lastModifiedBy>
  <cp:revision>1</cp:revision>
  <dcterms:created xsi:type="dcterms:W3CDTF">2025-12-01T04:21:26Z</dcterms:created>
  <dcterms:modified xsi:type="dcterms:W3CDTF">2025-12-01T04:58:45Z</dcterms:modified>
</cp:coreProperties>
</file>